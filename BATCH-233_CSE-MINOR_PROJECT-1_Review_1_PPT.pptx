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046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3" r:id="rId16"/>
    <p:sldId id="271" r:id="rId17"/>
  </p:sldIdLst>
  <p:sldSz cx="9144000" cy="5143500" type="screen16x9"/>
  <p:notesSz cx="6797675" cy="9926638"/>
  <p:defaultTextStyle>
    <a:defPPr lvl="0">
      <a:defRPr lang="en-US"/>
    </a:defPPr>
    <a:lvl1pPr lvl="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9/26/2025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74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CB6598-6B20-4959-AEAD-7269146248E2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D8CC3F-ADB2-4AF7-880C-111F7E6C7FE6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3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A0B9A4-208B-4E16-B555-2A51F0BFB952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3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6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9A8A3-5E40-4D37-96BF-4D03983E50A4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92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3C294-6E8C-44B4-98BA-B71F441E11DA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4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5EB36B-7579-4E22-A75C-1F345D5742FF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1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CF55F-6193-48A8-A7F6-3FEF82D24804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1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1020D-54A8-4FFB-A1CA-FD4B919658D9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D5D28-C9FF-4D3A-BB99-C138B6E9F587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681E7-1AF9-42CC-BEC0-592AA2C12F55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7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E4B7A-DF25-4C56-B396-6170996E16F8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4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0D5A71-0894-4150-92A8-237524E8F949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4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68EF4-4A93-4254-93FA-70D1F2A755E3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31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D42616-A184-4EF7-99E6-30C046A63288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93278" y="1801712"/>
            <a:ext cx="6001617" cy="1059873"/>
          </a:xfrm>
        </p:spPr>
        <p:txBody>
          <a:bodyPr/>
          <a:lstStyle/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DEPARTMENT OF COMPUTER SCIENCE &amp; ENGINEERING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SCHOOL OF COMPUTING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10214CS601- MINOR PROJECT – I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ACADEMIC YEAR – 2025-2026(SUMMER SEMESTER)</a:t>
            </a:r>
          </a:p>
          <a:p>
            <a:pPr algn="ctr">
              <a:defRPr/>
            </a:pPr>
            <a:endParaRPr lang="en-US" sz="14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C8B3AA75-1EA1-4A20-9182-A423EE2FFA8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8197" name="TextBox 6"/>
          <p:cNvSpPr txBox="1">
            <a:spLocks noChangeArrowheads="1"/>
          </p:cNvSpPr>
          <p:nvPr/>
        </p:nvSpPr>
        <p:spPr bwMode="auto">
          <a:xfrm flipH="1">
            <a:off x="180110" y="3416878"/>
            <a:ext cx="458517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PRESENTED BY</a:t>
            </a:r>
          </a:p>
          <a:p>
            <a:pPr marL="228600" indent="-228600" algn="just" eaLnBrk="1" fontAlgn="auto" hangingPunct="1">
              <a:spcAft>
                <a:spcPts val="0"/>
              </a:spcAft>
              <a:buAutoNum type="arabicPeriod"/>
              <a:defRPr/>
            </a:pPr>
            <a:r>
              <a:rPr lang="en-US" sz="1200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V.SAI NAVADEEP KRISHNA  (VTU 24596)(23UECS0600)</a:t>
            </a:r>
          </a:p>
          <a:p>
            <a:pPr marL="228600" indent="-228600" algn="just" eaLnBrk="1" fontAlgn="auto" hangingPunct="1">
              <a:spcAft>
                <a:spcPts val="0"/>
              </a:spcAft>
              <a:buAutoNum type="arabicPeriod"/>
              <a:defRPr/>
            </a:pPr>
            <a:r>
              <a:rPr lang="en-US" sz="1200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P.HARSHA VARDHAN            (VTU 24747)(23UECS0433)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200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3.   B.YASHWANTH 	         (VTU 24565)(23UECS0076)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516" y="3112204"/>
            <a:ext cx="3567546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BY</a:t>
            </a:r>
          </a:p>
          <a:p>
            <a:r>
              <a:rPr lang="en-IN" sz="1200" dirty="0">
                <a:latin typeface="Poppins Bold"/>
                <a:cs typeface="Poppins Black" panose="020B0502040204020203" pitchFamily="2" charset="0"/>
              </a:rPr>
              <a:t>	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Dr.N.R.Raja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Lakshmi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</a:t>
            </a:r>
            <a:r>
              <a:rPr lang="en-US" sz="1200" spc="-55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Professor</a:t>
            </a:r>
          </a:p>
        </p:txBody>
      </p:sp>
      <p:pic>
        <p:nvPicPr>
          <p:cNvPr id="9" name="Picture 8" descr="E:\WINDER SEM 2024-25\College Logo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366" y="231490"/>
            <a:ext cx="4787265" cy="92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0" y="114300"/>
            <a:ext cx="8991600" cy="938297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BONE FACTURE DETECTION SYSTEM </a:t>
            </a:r>
            <a:br>
              <a:rPr lang="en-US" sz="2400" dirty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USING YOLO DEEP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4C9F69-8D19-4DDA-90DF-98A742B56BDA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35951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9219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fld id="{089DB55B-AF57-424A-AA3C-DDAA088D3F76}" type="slidenum">
              <a:rPr lang="en-US" altLang="en-US" sz="1100"/>
              <a:pPr>
                <a:lnSpc>
                  <a:spcPct val="90000"/>
                </a:lnSpc>
              </a:pPr>
              <a:t>2</a:t>
            </a:fld>
            <a:endParaRPr lang="en-US" altLang="en-US" sz="1100"/>
          </a:p>
        </p:txBody>
      </p:sp>
      <p:sp>
        <p:nvSpPr>
          <p:cNvPr id="2" name="Rectangle 1"/>
          <p:cNvSpPr/>
          <p:nvPr/>
        </p:nvSpPr>
        <p:spPr>
          <a:xfrm>
            <a:off x="640585" y="1389557"/>
            <a:ext cx="348909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AGENDA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Introduction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Literature Survey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Problem Statement	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Proposed Methodology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Proposed System Architecture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Implementation Plan/Timeline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1675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Introduction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564290"/>
            <a:ext cx="7968560" cy="3021167"/>
          </a:xfrm>
        </p:spPr>
        <p:txBody>
          <a:bodyPr>
            <a:normAutofit/>
          </a:bodyPr>
          <a:lstStyle/>
          <a:p>
            <a:pPr marL="290512" indent="-171450" algn="just">
              <a:lnSpc>
                <a:spcPct val="9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Diagnostic Workflow: Manually examining X-ray images is a time-consuming process that often delays patient care, especially in critical emergency room settings.</a:t>
            </a:r>
          </a:p>
          <a:p>
            <a:pPr marL="290512" indent="-171450" algn="just">
              <a:lnSpc>
                <a:spcPct val="90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512" indent="-171450" algn="just">
              <a:lnSpc>
                <a:spcPct val="9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Consistent Accuracy: Diagnoses can be subjective due to the inherent difficulty of reading X-rays, creating a demand for a reliable, objective, AI-based system to ensure diagnostic consistency.</a:t>
            </a:r>
          </a:p>
          <a:p>
            <a:pPr marL="290512" indent="-171450" algn="just">
              <a:lnSpc>
                <a:spcPct val="90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512" indent="-171450" algn="just">
              <a:lnSpc>
                <a:spcPct val="9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Localization: Healthcare currently lacks a fast, immediate system that can use deep learning (like YOLO) to pinpoint and visually outline the exact location and severity of a fracture (using bounding boxes).</a:t>
            </a:r>
          </a:p>
          <a:p>
            <a:pPr marL="290512" indent="-171450" algn="just">
              <a:lnSpc>
                <a:spcPct val="90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512" indent="-171450" algn="just">
              <a:lnSpc>
                <a:spcPct val="9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Access Gaps: There is a crucial need for a secure digital platform that employs encryption and allows patients to maintain control over access permissions for their sensitive medical images.</a:t>
            </a:r>
          </a:p>
          <a:p>
            <a:pPr marL="119062" indent="0" algn="just">
              <a:lnSpc>
                <a:spcPct val="900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045F47-43EB-4CFA-85B8-57EC616EA918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84442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678247" y="1104472"/>
            <a:ext cx="2161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Problem Statement: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3244"/>
            <a:ext cx="3297044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Project Goal: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develop an AI-powered system that detects bone fractures from X-ray images using YOLO deep learning.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platform for patients to share reports with doctors.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faster diagnosis, better patient–doctor interaction, and efficient medical record management.</a:t>
            </a:r>
            <a:endParaRPr lang="en-US" sz="1500" dirty="0"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7611" y="4767264"/>
            <a:ext cx="5902712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0D8DEDE-25D4-2119-D3FE-8502651BC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0" t="33610" r="1220" b="8072"/>
          <a:stretch>
            <a:fillRect/>
          </a:stretch>
        </p:blipFill>
        <p:spPr bwMode="auto">
          <a:xfrm>
            <a:off x="4572000" y="1235870"/>
            <a:ext cx="3914938" cy="248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99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Brief Overview: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AI-Powered Fracture Detection: The core of the system is the use of the YOLO deep learning algorithm to analyze uploaded X-ray images.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Providing automated assistance by detecting the type and severity of bone fractures and highlighting them with bounding boxes.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Encrypted and stored in the database.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Patient-Controlled Data Access: Patients securely upload their X-ray images and maintain control over their data by explicitly choosing the desired doctor to grant permission for viewing the report.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Streamlined Doctor Review: Authorized Doctors can log in and immediately view all patient reports for patients who have granted them access, allowing them to provide a prescription based on the AI-assisted results.</a:t>
            </a:r>
          </a:p>
          <a:p>
            <a:pPr marL="0" indent="0" algn="just">
              <a:buNone/>
            </a:pPr>
            <a:endParaRPr lang="en-US" sz="1700" b="1" dirty="0">
              <a:solidFill>
                <a:srgbClr val="000000"/>
              </a:solidFill>
              <a:latin typeface="Times New Roman" pitchFamily="18" charset="0"/>
              <a:ea typeface="Open Sans Extra Bold"/>
              <a:cs typeface="Times New Roman" pitchFamily="18" charset="0"/>
              <a:sym typeface="Open Sans Extra Bold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15322" y="4869656"/>
            <a:ext cx="5915722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61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Literature Survey 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0273" y="1029178"/>
            <a:ext cx="8229600" cy="3468687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Kutbi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Al-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Saggaf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M. Al-Ahmadi, “Artificial intelligence-based applications for bone fracture detection: A systematic review,”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3, pp. 309–325, 2024.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(Survey of existing fracture detection methods – shows gaps in current solutions.)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L. Su, Y. Wang, and H. Chen, “Skeletal fracture detection with deep learning: A comprehensive review,”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Radiology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pp. 112–128, 2023.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(Covers existing deep learning approaches and their challenges.)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Rajpurkar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“MURA: Large dataset for abnormality detection in musculoskeletal radiographs,”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arXiv:1712.06957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(Important dataset used for many existing fracture detection systems.)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X. Ju et al., “Fracture detection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wrist trauma X-ray images using YOLOv8,”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12567, pp. 1–12, 2023.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(Supports your approach – shows YOLO is effective for fracture detection.)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Z. Wu et al., “YOLOv9: Improved real-time object detection with enhanced feature learning,”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arXiv:2402.13616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(Latest YOLO variant – supports your use of YOLO-based methods.)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57140-C9D4-4989-A73C-42BDB9E92689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39860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37280" y="949323"/>
            <a:ext cx="4786313" cy="84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Existing Systems and Related Works:</a:t>
            </a:r>
          </a:p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Problem Statement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8229600" cy="3297237"/>
          </a:xfrm>
        </p:spPr>
        <p:txBody>
          <a:bodyPr>
            <a:normAutofit/>
          </a:bodyPr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Subtle Fracture Errors: Current models, including many YOLO variants, often struggle to reliably detect subtle, small, or hairline fractures.</a:t>
            </a:r>
          </a:p>
          <a:p>
            <a:pPr algn="just"/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Data Scarcity and Bias: High-quality, diverse, and well-annotated datasets are scarce, which limits the models' ability to generalize across different populations or X-ray qualities.</a:t>
            </a:r>
          </a:p>
          <a:p>
            <a:pPr algn="just"/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Algorithmic Limitations: Models can struggle with complex X-rays involving multiple fractures or the presence of orthopedic implants.</a:t>
            </a:r>
          </a:p>
          <a:p>
            <a:pPr algn="just"/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Clinical Integration Issues: Integrating AI smoothly into existing hospital systems (PACS/EHR) is challenging, and AI is currently only approved as an assistance tool, not a final diagnostic replacement.</a:t>
            </a:r>
            <a:endParaRPr lang="en-US" altLang="en-US" sz="13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ACBBD2-2467-438D-92B5-6E0AEE3BCC72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109132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233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610832" y="1147247"/>
            <a:ext cx="3486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Limitations of Existing Solutions: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3700" dirty="0">
                <a:solidFill>
                  <a:srgbClr val="FFC000"/>
                </a:solidFill>
              </a:rPr>
              <a:t>Proposed Methodology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92881" y="1331913"/>
            <a:ext cx="8493919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769019-FB0F-4A75-9CAB-E3ABAFEBEF9F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498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557695" y="1391629"/>
            <a:ext cx="8129105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YOLO deep learning algorithm on X-Ray images to detect fractures, show their severity, and highlight them with bounding boxes.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All user passwords, for both doctors and patients, are stored in the database in 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Patients can upload their X-Ray images and grant permission for a specific doctor to access the report.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Detection results, including the type of fracture and severity, are saved in a database.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Doctors can log in to the system to view all patient X-Ray reports for which they have been given permission.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Proposed System Architecture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221385"/>
            <a:ext cx="3879273" cy="329723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itchFamily="18" charset="0"/>
              </a:rPr>
              <a:t>Frontend (Web App): </a:t>
            </a:r>
            <a:r>
              <a:rPr lang="en-US" sz="1300" dirty="0">
                <a:latin typeface="Times New Roman" panose="02020603050405020304" pitchFamily="18" charset="0"/>
                <a:cs typeface="Times New Roman" pitchFamily="18" charset="0"/>
              </a:rPr>
              <a:t>Used by both patients and doctors for sign-up, login, patient X-ray upload, and viewing of reports and past results.</a:t>
            </a:r>
          </a:p>
          <a:p>
            <a:pPr algn="just">
              <a:lnSpc>
                <a:spcPct val="90000"/>
              </a:lnSpc>
            </a:pPr>
            <a:endParaRPr lang="en-US" sz="13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itchFamily="18" charset="0"/>
              </a:rPr>
              <a:t>Backend (Python Server / YOLO Model): 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The main application logic and the deep learning engine. It applies the YOLO deep learning algorithm on the uploaded X-Rays for fracture detection.</a:t>
            </a:r>
          </a:p>
          <a:p>
            <a:pPr algn="just">
              <a:lnSpc>
                <a:spcPct val="90000"/>
              </a:lnSpc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Database (MySQL):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Stores user credentials (passwords are encrypted), patient records, X-Ray file names, detection results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access permissions.</a:t>
            </a:r>
          </a:p>
          <a:p>
            <a:pPr algn="just">
              <a:lnSpc>
                <a:spcPct val="90000"/>
              </a:lnSpc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Upload-&gt; YOLO Detection -&gt; Classification of image -&gt; Save Result -&gt; Doctor Review</a:t>
            </a:r>
            <a:endParaRPr lang="en-US" sz="13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BE6DF-541C-4495-BC6C-4CB756F946FF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77514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9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4382A-30E3-A6FE-A09B-95CFA231E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" r="-5" b="-5"/>
          <a:stretch>
            <a:fillRect/>
          </a:stretch>
        </p:blipFill>
        <p:spPr bwMode="auto">
          <a:xfrm>
            <a:off x="4945187" y="852493"/>
            <a:ext cx="3766220" cy="391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Module -1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343954" y="1153715"/>
            <a:ext cx="4322064" cy="3297237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up and login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patients and doctors.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register with basic details (name, email, password, etc.).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encryption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before storing data in the database to ensure security.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login, patients and doctors are redirected to their respective dashboards.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controls access to the system.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33DD6B-0B28-491A-A486-1BACEB1B935B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10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E6A04A-E405-766E-613D-3464397B7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4" y="1385722"/>
            <a:ext cx="3769920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 Module -2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11871"/>
            <a:ext cx="4017264" cy="3297237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Patient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X-ray images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system.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and grant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specific doctor.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past reports and history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uploaded X-rays.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patients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easy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their medical records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4D9957-7CDC-40CA-BDB9-1A230A56E468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B8546-AFAE-1E39-EE32-FDAC4FA1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85" y="1442880"/>
            <a:ext cx="3833415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Modules -3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840224" y="1331913"/>
            <a:ext cx="3846576" cy="3297237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Doctor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permission is granted by the patient.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images and detection results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(fracture type &amp; severity).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suggestions or prescriptions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reports.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37AF3A-1BA4-4ABC-931A-1FCF1E47830D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46787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233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C79DB-285D-56F1-C329-9BC6F849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6" y="1461146"/>
            <a:ext cx="4677428" cy="25625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 Modules -4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8229600" cy="3297237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Fracture Detection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uploaded X-ray images.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deep learning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fractures.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type and severity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bounding boxes.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results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in the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and doctors.</a:t>
            </a: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11450C-0D11-4C1F-BD96-C7A07FB7E0FC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NO:233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1">
            <a:noAutofit/>
          </a:bodyPr>
          <a:lstStyle/>
          <a:p>
            <a:pPr algn="ctr">
              <a:defRPr/>
            </a:pPr>
            <a:r>
              <a:rPr lang="en-US" altLang="en-US" sz="3500" dirty="0">
                <a:solidFill>
                  <a:srgbClr val="FFC000"/>
                </a:solidFill>
              </a:rPr>
              <a:t>Software &amp; Hardware Requirements  Specification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3578352" cy="32972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Hardware Requirements</a:t>
            </a:r>
          </a:p>
          <a:p>
            <a:pPr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basic testing):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AMD equivalent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 free space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Not mandatory (can run CPU, but slower)</a:t>
            </a:r>
          </a:p>
          <a:p>
            <a:pPr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training &amp; faster YOLO detection):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i5/i7 or AMD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5/7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8–16 GB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50 GB+ (to store datasets &amp; models)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GPU with CUDA support (e.g., GTX 1050 Ti or higher, 4 GB+ VRAM)</a:t>
            </a:r>
          </a:p>
          <a:p>
            <a:pPr algn="just"/>
            <a:endParaRPr lang="en-US" sz="13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A9E7BC-88D7-4AEC-8A80-D9F328442F02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29023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233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F322D-D99E-6878-0AC2-D63286A7F86B}"/>
              </a:ext>
            </a:extLst>
          </p:cNvPr>
          <p:cNvSpPr txBox="1"/>
          <p:nvPr/>
        </p:nvSpPr>
        <p:spPr>
          <a:xfrm>
            <a:off x="4828032" y="1331912"/>
            <a:ext cx="3741004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Software / Tech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Django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OpenCV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hashlib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Anaconda /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Virtualenv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Localhost (Flask/Django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runserver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Apache/Nginx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0736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 Implementation Plan/Timeline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8B3E99-CB2E-425E-8CED-51697BF29159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70587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 233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457200" y="1406906"/>
            <a:ext cx="7723632" cy="2828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ts val="3080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Key Milestones:</a:t>
            </a:r>
          </a:p>
          <a:p>
            <a:pPr marL="285750" indent="-285750" eaLnBrk="1" fontAlgn="auto" hangingPunct="1">
              <a:lnSpc>
                <a:spcPts val="308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Week 1-2: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review,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collection &amp; preparation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environment setup.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pPr marL="285750" indent="-285750" eaLnBrk="1" fontAlgn="auto" hangingPunct="1">
              <a:lnSpc>
                <a:spcPts val="308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Week 3-4: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Augmentation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User Module Setup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Model Training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pPr marL="285750" indent="-285750" eaLnBrk="1" fontAlgn="auto" hangingPunct="1">
              <a:lnSpc>
                <a:spcPts val="308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Week 5-6: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Fine-Tuning, Backend Integration, Prototype UI.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pPr marL="285750" indent="-285750" eaLnBrk="1" fontAlgn="auto" hangingPunct="1">
              <a:lnSpc>
                <a:spcPts val="308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Week 7-8: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Implementation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Refinement &amp; Validation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Testing &amp; Documentation Prep.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C31F9E-9B9F-4BF0-AFD1-DE8B874A094F}" type="datetime3">
              <a:rPr lang="en-US" smtClean="0"/>
              <a:t>26 September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043545" y="4857750"/>
            <a:ext cx="6105093" cy="206375"/>
          </a:xfrm>
        </p:spPr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1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1631</Words>
  <Application>Microsoft Office PowerPoint</Application>
  <PresentationFormat>On-screen Show (16:9)</PresentationFormat>
  <Paragraphs>183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Open Sans Extra Bold</vt:lpstr>
      <vt:lpstr>Poppins Bold</vt:lpstr>
      <vt:lpstr>Times New Roman</vt:lpstr>
      <vt:lpstr>Office Theme</vt:lpstr>
      <vt:lpstr>PowerPoint Presentation</vt:lpstr>
      <vt:lpstr>BONE FACTURE DETECTION SYSTEM  USING YOLO DEEP LEARNING</vt:lpstr>
      <vt:lpstr>Introduction</vt:lpstr>
      <vt:lpstr>Introduction</vt:lpstr>
      <vt:lpstr>Introduction</vt:lpstr>
      <vt:lpstr>Literature Survey </vt:lpstr>
      <vt:lpstr>Problem Statement</vt:lpstr>
      <vt:lpstr>Proposed Methodology</vt:lpstr>
      <vt:lpstr>Proposed System Architecture</vt:lpstr>
      <vt:lpstr>Summary of Module -1  </vt:lpstr>
      <vt:lpstr>Summary of   Module -2  </vt:lpstr>
      <vt:lpstr>Summary of  Modules -3  </vt:lpstr>
      <vt:lpstr>Summary of   Modules -4  </vt:lpstr>
      <vt:lpstr>Software &amp; Hardware Requirements  Specification </vt:lpstr>
      <vt:lpstr> Implementation Plan/Timeline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Navadeep Krishna</cp:lastModifiedBy>
  <cp:revision>28</cp:revision>
  <dcterms:modified xsi:type="dcterms:W3CDTF">2025-09-26T17:58:30Z</dcterms:modified>
</cp:coreProperties>
</file>